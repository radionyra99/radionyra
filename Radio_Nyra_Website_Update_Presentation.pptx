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1eb86107344e17" /><Relationship Type="http://schemas.openxmlformats.org/officeDocument/2006/relationships/extended-properties" Target="/docProps/app.xml" Id="Rcc942f6ee54d4abb" /><Relationship Type="http://schemas.openxmlformats.org/officeDocument/2006/relationships/officeDocument" Target="/ppt/presentation.xml" Id="R00069cdf3d6a44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b19ef19804296"/>
  </p:sldMasterIdLst>
  <p:notesMasterIdLst>
    <p:notesMasterId xmlns:r="http://schemas.openxmlformats.org/officeDocument/2006/relationships" r:id="R3dac6fcd13384403"/>
  </p:notesMasterIdLst>
  <p:sldIdLst>
    <p:sldId xmlns:r="http://schemas.openxmlformats.org/officeDocument/2006/relationships" id="256" r:id="Rbd242a961db94836"/>
    <p:sldId xmlns:r="http://schemas.openxmlformats.org/officeDocument/2006/relationships" id="257" r:id="R2047ec945d6f4c2d"/>
    <p:sldId xmlns:r="http://schemas.openxmlformats.org/officeDocument/2006/relationships" id="258" r:id="R34d1c4dfc52b4bf8"/>
    <p:sldId xmlns:r="http://schemas.openxmlformats.org/officeDocument/2006/relationships" id="259" r:id="R92b1000557da41e5"/>
    <p:sldId xmlns:r="http://schemas.openxmlformats.org/officeDocument/2006/relationships" id="260" r:id="R95e6fefda97b4544"/>
    <p:sldId xmlns:r="http://schemas.openxmlformats.org/officeDocument/2006/relationships" id="261" r:id="Rea988c518d3d41a6"/>
    <p:sldId xmlns:r="http://schemas.openxmlformats.org/officeDocument/2006/relationships" id="262" r:id="R28cfd555905f4048"/>
    <p:sldId xmlns:r="http://schemas.openxmlformats.org/officeDocument/2006/relationships" id="263" r:id="R772396fbec604b0c"/>
    <p:sldId xmlns:r="http://schemas.openxmlformats.org/officeDocument/2006/relationships" id="264" r:id="R839e86848dd74ea7"/>
    <p:sldId xmlns:r="http://schemas.openxmlformats.org/officeDocument/2006/relationships" id="265" r:id="R5673713086cc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9a151110344a1" /><Relationship Type="http://schemas.openxmlformats.org/officeDocument/2006/relationships/slideMaster" Target="/ppt/slideMasters/slideMaster1.xml" Id="Raeab19ef19804296" /><Relationship Type="http://schemas.openxmlformats.org/officeDocument/2006/relationships/notesMaster" Target="/ppt/notesMasters/notesMaster1.xml" Id="R3dac6fcd13384403" /><Relationship Type="http://schemas.openxmlformats.org/officeDocument/2006/relationships/presProps" Target="/ppt/presProps.xml" Id="Rd5325ce17c2e4588" /><Relationship Type="http://schemas.openxmlformats.org/officeDocument/2006/relationships/tableStyles" Target="/ppt/tableStyles.xml" Id="R3001908bb82d431d" /><Relationship Type="http://schemas.openxmlformats.org/officeDocument/2006/relationships/slide" Target="/ppt/slides/slide1.xml" Id="Rbd242a961db94836" /><Relationship Type="http://schemas.openxmlformats.org/officeDocument/2006/relationships/slide" Target="/ppt/slides/slide2.xml" Id="R2047ec945d6f4c2d" /><Relationship Type="http://schemas.openxmlformats.org/officeDocument/2006/relationships/slide" Target="/ppt/slides/slide3.xml" Id="R34d1c4dfc52b4bf8" /><Relationship Type="http://schemas.openxmlformats.org/officeDocument/2006/relationships/slide" Target="/ppt/slides/slide4.xml" Id="R92b1000557da41e5" /><Relationship Type="http://schemas.openxmlformats.org/officeDocument/2006/relationships/slide" Target="/ppt/slides/slide5.xml" Id="R95e6fefda97b4544" /><Relationship Type="http://schemas.openxmlformats.org/officeDocument/2006/relationships/slide" Target="/ppt/slides/slide6.xml" Id="Rea988c518d3d41a6" /><Relationship Type="http://schemas.openxmlformats.org/officeDocument/2006/relationships/slide" Target="/ppt/slides/slide7.xml" Id="R28cfd555905f4048" /><Relationship Type="http://schemas.openxmlformats.org/officeDocument/2006/relationships/slide" Target="/ppt/slides/slide8.xml" Id="R772396fbec604b0c" /><Relationship Type="http://schemas.openxmlformats.org/officeDocument/2006/relationships/slide" Target="/ppt/slides/slide9.xml" Id="R839e86848dd74ea7" /><Relationship Type="http://schemas.openxmlformats.org/officeDocument/2006/relationships/slide" Target="/ppt/slides/slide10.xml" Id="R5673713086cc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01808443c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e7f9fabec74020" /><Relationship Type="http://schemas.openxmlformats.org/officeDocument/2006/relationships/notesMaster" Target="/ppt/notesMasters/notesMaster1.xml" Id="Re27770ec6a714a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b4a036fefc4e74" /><Relationship Type="http://schemas.openxmlformats.org/officeDocument/2006/relationships/notesMaster" Target="/ppt/notesMasters/notesMaster1.xml" Id="Rbcf76c7b11e1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5ad2a3e054ece" /><Relationship Type="http://schemas.openxmlformats.org/officeDocument/2006/relationships/notesMaster" Target="/ppt/notesMasters/notesMaster1.xml" Id="Rbcb410258a20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5727c61dcc4ba1" /><Relationship Type="http://schemas.openxmlformats.org/officeDocument/2006/relationships/notesMaster" Target="/ppt/notesMasters/notesMaster1.xml" Id="Ra97de8b60f1547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0554f6eb747a2" /><Relationship Type="http://schemas.openxmlformats.org/officeDocument/2006/relationships/notesMaster" Target="/ppt/notesMasters/notesMaster1.xml" Id="Rf1c4ca567b124c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c9a84482044c3c" /><Relationship Type="http://schemas.openxmlformats.org/officeDocument/2006/relationships/notesMaster" Target="/ppt/notesMasters/notesMaster1.xml" Id="Rd668f6a7ac4846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94ad5a1aad4ac6" /><Relationship Type="http://schemas.openxmlformats.org/officeDocument/2006/relationships/notesMaster" Target="/ppt/notesMasters/notesMaster1.xml" Id="R9ab8d740d8fc4e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7054d9ea5403c" /><Relationship Type="http://schemas.openxmlformats.org/officeDocument/2006/relationships/notesMaster" Target="/ppt/notesMasters/notesMaster1.xml" Id="R1ffab5c4758d4d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30c9eb3bf4d18" /><Relationship Type="http://schemas.openxmlformats.org/officeDocument/2006/relationships/notesMaster" Target="/ppt/notesMasters/notesMaster1.xml" Id="R993f94d76248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3e89c5f0694511" /><Relationship Type="http://schemas.openxmlformats.org/officeDocument/2006/relationships/notesMaster" Target="/ppt/notesMasters/notesMaster1.xml" Id="R4d3b8e0b1536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current local website at http://127.0.0.1:3002.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current updated homepage.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Screenshots captured from the current /youtube page and homepage YouTube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website screenshots only. No before-state screenshot was available in the project artifacts inspected.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current homepage YouTube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Screenshots captured from the current homepage at desktop, tablet, and mobile viewport sizes.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homepage screenshot used as visual evidence. Claims summarize implemented site structure visible in the current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Testing status supplied by the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Next steps supplied by the user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current /youtube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c161a06c3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f6fb5238143a0" /><Relationship Type="http://schemas.openxmlformats.org/officeDocument/2006/relationships/slideLayout" Target="/ppt/slideLayouts/slideLayout1.xml" Id="R5a9512a66a8b4c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512a66a8b4c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daef3fc754fb7" /><Relationship Type="http://schemas.openxmlformats.org/officeDocument/2006/relationships/image" Target="/ppt/media/image.png" Id="R53c2b6cb103e499b" /><Relationship Type="http://schemas.openxmlformats.org/officeDocument/2006/relationships/notesSlide" Target="/ppt/notesSlides/notesSlide1.xml" Id="R146defdecbf74d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8068404734d0a" /><Relationship Type="http://schemas.openxmlformats.org/officeDocument/2006/relationships/image" Target="/ppt/media/image2.png" Id="Rab7eb661da324653" /><Relationship Type="http://schemas.openxmlformats.org/officeDocument/2006/relationships/notesSlide" Target="/ppt/notesSlides/notesSlide2.xml" Id="R48638a7c65034d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63b0b1dff41cb" /><Relationship Type="http://schemas.openxmlformats.org/officeDocument/2006/relationships/image" Target="/ppt/media/image3.png" Id="R5e32cbd43c6a48af" /><Relationship Type="http://schemas.openxmlformats.org/officeDocument/2006/relationships/image" Target="/ppt/media/image4.png" Id="R66ecff7eba0a4c27" /><Relationship Type="http://schemas.openxmlformats.org/officeDocument/2006/relationships/notesSlide" Target="/ppt/notesSlides/notesSlide3.xml" Id="Re8c36a777511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40a5a35604831" /><Relationship Type="http://schemas.openxmlformats.org/officeDocument/2006/relationships/image" Target="/ppt/media/image5.png" Id="Rdcced4b45f534917" /><Relationship Type="http://schemas.openxmlformats.org/officeDocument/2006/relationships/image" Target="/ppt/media/image6.png" Id="Rdd566d5469034fef" /><Relationship Type="http://schemas.openxmlformats.org/officeDocument/2006/relationships/notesSlide" Target="/ppt/notesSlides/notesSlide4.xml" Id="R506dc6c1e5e146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15d20129743fa" /><Relationship Type="http://schemas.openxmlformats.org/officeDocument/2006/relationships/image" Target="/ppt/media/image7.png" Id="Rfdeff93a37c14b95" /><Relationship Type="http://schemas.openxmlformats.org/officeDocument/2006/relationships/notesSlide" Target="/ppt/notesSlides/notesSlide5.xml" Id="R880f7d40d5f545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1bd47c7724808" /><Relationship Type="http://schemas.openxmlformats.org/officeDocument/2006/relationships/image" Target="/ppt/media/image8.png" Id="R15ca5a008c694caa" /><Relationship Type="http://schemas.openxmlformats.org/officeDocument/2006/relationships/image" Target="/ppt/media/image9.png" Id="Rbc61ff0dadd547ac" /><Relationship Type="http://schemas.openxmlformats.org/officeDocument/2006/relationships/image" Target="/ppt/media/image10.png" Id="R3d1c0a3686d742de" /><Relationship Type="http://schemas.openxmlformats.org/officeDocument/2006/relationships/notesSlide" Target="/ppt/notesSlides/notesSlide6.xml" Id="Rcde3a52f8b88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21f541cc24aa9" /><Relationship Type="http://schemas.openxmlformats.org/officeDocument/2006/relationships/image" Target="/ppt/media/image11.png" Id="Rb665418295614d95" /><Relationship Type="http://schemas.openxmlformats.org/officeDocument/2006/relationships/notesSlide" Target="/ppt/notesSlides/notesSlide7.xml" Id="Rc1f2ecf8d07f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b5616b1a8441e" /><Relationship Type="http://schemas.openxmlformats.org/officeDocument/2006/relationships/notesSlide" Target="/ppt/notesSlides/notesSlide8.xml" Id="Reaf4d25c9a3043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32173f864d57" /><Relationship Type="http://schemas.openxmlformats.org/officeDocument/2006/relationships/notesSlide" Target="/ppt/notesSlides/notesSlide9.xml" Id="R71e8b82ef943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d18a61e74091" /><Relationship Type="http://schemas.openxmlformats.org/officeDocument/2006/relationships/image" Target="/ppt/media/image12.png" Id="Rae15e6971a9e4e97" /><Relationship Type="http://schemas.openxmlformats.org/officeDocument/2006/relationships/notesSlide" Target="/ppt/notesSlides/notesSlide10.xml" Id="R5c9f1b85149442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2b6cb103e499b"/>
          <a:srcRect xmlns:a="http://schemas.openxmlformats.org/drawingml/2006/main" l="16580" t="0" r="16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oundRect">
            <a:avLst>
              <a:gd name="adj" fmla="val 121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40B3-5FB6-43E6-831C-7F74BE3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3D433-E801-4AEA-938D-E824503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E7E27-5EA8-4135-B948-63817F6A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81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Radio Nyra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Website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4D97F-6AB8-46B4-9883-43D447B1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YouTube Integration Progress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AE1FB-7685-426F-9014-A74AA8FC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by: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Vadlapudi Pranab</a:t>
            </a:r>
          </a:p>
        </p:txBody>
      </p:sp>
    </p:spTree>
    <p:extLst>
      <p:ext uri="{BB962C8B-B14F-4D97-AF65-F5344CB8AC3E}">
        <p14:creationId xmlns:p14="http://schemas.microsoft.com/office/powerpoint/2010/main" val="292974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E63CA-0D47-4322-BC94-7B69B4F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 Website - YouTube Integration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9B470-8B26-4F28-AFEF-18B5A97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Homepage now foregrounds listening and watching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AFD6-93BB-4149-A7E0-A52DA85B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eb661da324653"/>
          <a:srcRect xmlns:a="http://schemas.openxmlformats.org/drawingml/2006/main" l="0" t="11366" r="0" b="11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81125"/>
            <a:ext cx="7810500" cy="4400550"/>
          </a:xfrm>
          <a:prstGeom xmlns:a="http://schemas.openxmlformats.org/drawingml/2006/main" prst="roundRect">
            <a:avLst>
              <a:gd name="adj" fmla="val 173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14747-B113-46BD-A902-66EAEA49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619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18F38-E91A-4F41-ACB0-C3ADE67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240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Hero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46500-9ED3-4067-B754-D2BFDC1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1428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798D6-8960-4640-B219-8FA44F5D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909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Listen 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6B726-A555-433B-A848-5D6F7A2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905500"/>
            <a:ext cx="2000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0408E-BE8E-42A2-AB56-E5412E6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912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on YouTube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343A0-D287-4CE9-8522-1C696B3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Hero Section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Listen Live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Watch on YouTube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Latest Videos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Navigation Improvements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18ED5-3082-4E52-8460-0465333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The top-of-page experience now connects live radio, YouTube viewing, and improved navigation in one clear entry point.</a:t>
            </a:r>
          </a:p>
        </p:txBody>
      </p:sp>
    </p:spTree>
    <p:extLst>
      <p:ext uri="{BB962C8B-B14F-4D97-AF65-F5344CB8AC3E}">
        <p14:creationId xmlns:p14="http://schemas.microsoft.com/office/powerpoint/2010/main" val="447913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88C68-9B74-4A57-9CFE-B1614955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YouTube Integration Connects the Official Channel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30F53-5AED-469F-A2F8-EE5870E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4D4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4D4D8"/>
                </a:solidFill>
                <a:latin typeface="Aptos"/>
                <a:ea typeface="Aptos"/>
                <a:cs typeface="Aptos"/>
              </a:rPr>
              <a:t>The website now connects visitors to the official Radio Nyra YouTube channel experience.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2cbd43c6a48af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24000"/>
            <a:ext cx="6191250" cy="4514850"/>
          </a:xfrm>
          <a:prstGeom xmlns:a="http://schemas.openxmlformats.org/drawingml/2006/main" prst="roundRect">
            <a:avLst>
              <a:gd name="adj" fmla="val 1688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cff7eba0a4c27"/>
          <a:srcRect xmlns:a="http://schemas.openxmlformats.org/drawingml/2006/main" l="0" t="9908" r="0" b="9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524000"/>
            <a:ext cx="47244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DC1A-D16B-4F88-8B03-1C7FDB3B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Latest Videos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Shorts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Featured Videos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Subscribe Button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Watch Now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Playlist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59344-3E99-45EE-80FC-FC2923F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000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FB8E-09E4-4E4E-8455-06578528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811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Subscribe Button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7314F-EE1F-4061-8218-321EC9F5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190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DCEEB-2EC5-42AF-AB8C-E8BC2039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Playlist Integration</a:t>
            </a:r>
          </a:p>
        </p:txBody>
      </p:sp>
    </p:spTree>
    <p:extLst>
      <p:ext uri="{BB962C8B-B14F-4D97-AF65-F5344CB8AC3E}">
        <p14:creationId xmlns:p14="http://schemas.microsoft.com/office/powerpoint/2010/main" val="391927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7FA99-B2C6-4DC0-92AC-A02141AB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 Website - YouTube Integration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8DDA-1C95-4360-8188-D668B903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Homepage improvements are visible in the updated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28038-3BE8-4AFC-979E-A608BC7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ed4b45f534917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6d5469034fef"/>
          <a:srcRect xmlns:a="http://schemas.openxmlformats.org/drawingml/2006/main" l="0" t="7079" r="0" b="70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46685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8AE68-0967-41A5-A74B-11FB8C5E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Updated hero and navigation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E04F7-39C1-444F-8BFB-3D56E777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New YouTube discovery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93943-89E5-42F2-B87C-9708E1E7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Better UI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Better Layout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Improved Navigation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Better User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1A4DA-D523-44DE-AAB5-858F2FD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865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Before-state screenshots were not available; this slide documents the current updated website only.</a:t>
            </a:r>
          </a:p>
        </p:txBody>
      </p:sp>
    </p:spTree>
    <p:extLst>
      <p:ext uri="{BB962C8B-B14F-4D97-AF65-F5344CB8AC3E}">
        <p14:creationId xmlns:p14="http://schemas.microsoft.com/office/powerpoint/2010/main" val="110421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938EB-6474-4F39-88A0-72D24E7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 Website - YouTube Integration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27027-833B-4355-AB49-D7242AEF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Latest videos now display directly on the homepage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834C4-6CDD-42BE-8F3F-F73576D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ff93a37c14b95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7334250" cy="4810125"/>
          </a:xfrm>
          <a:prstGeom xmlns:a="http://schemas.openxmlformats.org/drawingml/2006/main" prst="roundRect">
            <a:avLst>
              <a:gd name="adj" fmla="val 158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0EC37-C880-472A-8A91-7E26F69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4463F-B013-4AD4-ADD8-AD2AA8F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Latest Videos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3FAEC-45B0-4B25-99E5-40CFC38E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55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4E4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4E4E7"/>
                </a:solidFill>
                <a:latin typeface="Aptos"/>
                <a:ea typeface="Aptos"/>
                <a:cs typeface="Aptos"/>
              </a:rPr>
              <a:t>The section automatically displays current videos from the official Radio Nyra YouTube channel, helping visitors move from listening to watching without leaving the site.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D33F2-1BB0-4045-B52C-E026F15A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29125"/>
            <a:ext cx="1619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ED90A-A08E-491D-AD2D-80DD490C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14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Watch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DE098-ED51-4CAE-A09D-AA920B0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00625"/>
            <a:ext cx="23812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51172-AD56-4837-BBE2-4B8E507E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0863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Official Channel Feed</a:t>
            </a:r>
          </a:p>
        </p:txBody>
      </p:sp>
    </p:spTree>
    <p:extLst>
      <p:ext uri="{BB962C8B-B14F-4D97-AF65-F5344CB8AC3E}">
        <p14:creationId xmlns:p14="http://schemas.microsoft.com/office/powerpoint/2010/main" val="734920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C6D46-CE95-4304-802A-A3240AF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Responsive Design Works Across Key Viewports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a5a008c694c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2382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1ff0dadd547ac"/>
          <a:srcRect xmlns:a="http://schemas.openxmlformats.org/drawingml/2006/main" l="0" t="2310" r="0" b="2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238250"/>
            <a:ext cx="2428875" cy="333375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c0a3686d742de"/>
          <a:srcRect xmlns:a="http://schemas.openxmlformats.org/drawingml/2006/main" l="0" t="4054" r="0" b="40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238250"/>
            <a:ext cx="1676400" cy="333375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D88C8-D9A9-4CE5-B9FC-BF5F08D7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DBD8-4F09-4C18-A444-AC6069F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Tablet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8118F-94D6-463B-B584-CC48165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F6633-8B43-4260-B106-ABC3696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4E4E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4E4E7"/>
                </a:solidFill>
                <a:latin typeface="Aptos"/>
                <a:ea typeface="Aptos"/>
                <a:cs typeface="Aptos"/>
              </a:rPr>
              <a:t>The same updated experience adapts from full navigation to compact mobile layout while preserving Listen Live and YouTube access.</a:t>
            </a:r>
          </a:p>
        </p:txBody>
      </p:sp>
    </p:spTree>
    <p:extLst>
      <p:ext uri="{BB962C8B-B14F-4D97-AF65-F5344CB8AC3E}">
        <p14:creationId xmlns:p14="http://schemas.microsoft.com/office/powerpoint/2010/main" val="730354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82585-0555-4E6C-86A8-0802A764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 Website - YouTube Integration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DBF2D-B716-4F09-9F31-3209E4B4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SEO and performance work supports discoverability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D0F5-426B-4551-895F-8B3F3468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5418295614d95"/>
          <a:srcRect xmlns:a="http://schemas.openxmlformats.org/drawingml/2006/main" l="605" t="0" r="6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00200"/>
            <a:ext cx="4667250" cy="2952750"/>
          </a:xfrm>
          <a:prstGeom xmlns:a="http://schemas.openxmlformats.org/drawingml/2006/main" prst="roundRect">
            <a:avLst>
              <a:gd name="adj" fmla="val 25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3E987-620E-4748-92DA-2117456D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667250" cy="2952750"/>
          </a:xfrm>
          <a:prstGeom xmlns:a="http://schemas.openxmlformats.org/drawingml/2006/main" prst="roundRect">
            <a:avLst>
              <a:gd name="adj" fmla="val 258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4E4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D2049-7F64-42EB-A7A3-9BFB3E6F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86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19050">
            <a:solidFill>
              <a:srgbClr val="E4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0FF2-9500-4CE0-BE2E-9A942F8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572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Better SEO through clearer page structure and YouTube routes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Faster loading through optimized page sections and reusable components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Better structure for homepage, YouTube hub, shorts, and playlists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Improved user experience across navigation, media discovery, and responsive layouts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1F72E-511C-450D-882A-9431C425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The update strengthens both user discovery and search visibility by organizing radio, video, and channel content into clearer entry points.</a:t>
            </a:r>
          </a:p>
        </p:txBody>
      </p:sp>
    </p:spTree>
    <p:extLst>
      <p:ext uri="{BB962C8B-B14F-4D97-AF65-F5344CB8AC3E}">
        <p14:creationId xmlns:p14="http://schemas.microsoft.com/office/powerpoint/2010/main" val="1069536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8A11-2FAA-4232-8F55-AF2CDB4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Testing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3FA6-2EE7-4742-95EE-5B2FA95A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Current 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A6939-CF92-459F-8036-3BE6F4D1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Homepage Updated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YouTube Integrated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UI Improvements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Responsive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9EC32-1E0D-4545-82C0-C2638BF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D4D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4D4D8"/>
                </a:solidFill>
                <a:latin typeface="Aptos"/>
                <a:ea typeface="Aptos"/>
                <a:cs typeface="Aptos"/>
              </a:rPr>
              <a:t>↻ Testing</a:t>
            </a:r>
          </a:p>
          <a:p xmlns:a="http://schemas.openxmlformats.org/drawingml/2006/main">
            <a:pPr algn="l">
              <a:defRPr sz="2100" b="0">
                <a:solidFill>
                  <a:srgbClr val="D4D4D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4D4D8"/>
                </a:solidFill>
                <a:latin typeface="Aptos"/>
                <a:ea typeface="Aptos"/>
                <a:cs typeface="Aptos"/>
              </a:rPr>
              <a:t>↻ Debugging</a:t>
            </a:r>
          </a:p>
          <a:p xmlns:a="http://schemas.openxmlformats.org/drawingml/2006/main">
            <a:pPr algn="l">
              <a:defRPr sz="2100" b="0">
                <a:solidFill>
                  <a:srgbClr val="D4D4D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4D4D8"/>
                </a:solidFill>
                <a:latin typeface="Aptos"/>
                <a:ea typeface="Aptos"/>
                <a:cs typeface="Aptos"/>
              </a:rPr>
              <a:t>↻ API Validation</a:t>
            </a:r>
          </a:p>
          <a:p xmlns:a="http://schemas.openxmlformats.org/drawingml/2006/main">
            <a:pPr algn="l">
              <a:defRPr sz="2100" b="0">
                <a:solidFill>
                  <a:srgbClr val="D4D4D8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4D4D8"/>
                </a:solidFill>
                <a:latin typeface="Aptos"/>
                <a:ea typeface="Aptos"/>
                <a:cs typeface="Aptos"/>
              </a:rPr>
              <a:t>↻ Performance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ABE23-2E75-464B-9E32-FA26BCA1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8F0710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D6206-FA38-421A-ABC5-E9AA5A65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implementation items are ready for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8197-5754-4C80-8A67-57D4F10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1B1F"/>
          </a:solidFill>
          <a:ln xmlns:a="http://schemas.openxmlformats.org/drawingml/2006/main" w="19050">
            <a:solidFill>
              <a:srgbClr val="3F3F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2F67C-9836-416C-BF41-1035B24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Testing work remains active before production deployment.</a:t>
            </a:r>
          </a:p>
        </p:txBody>
      </p:sp>
    </p:spTree>
    <p:extLst>
      <p:ext uri="{BB962C8B-B14F-4D97-AF65-F5344CB8AC3E}">
        <p14:creationId xmlns:p14="http://schemas.microsoft.com/office/powerpoint/2010/main" val="128694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AAF16-C987-4A73-A541-A457FF79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 Website - YouTube Integration Progress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AE185-899D-47F8-9B4E-01624B4D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steps move the update toward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83650-AF74-49F3-A564-60284CF5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AD08A-1E15-48BB-A10C-EBF174A9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8F57-1006-4DFA-A01A-AF0EB2E2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6A3B7-32AA-4249-8BA6-518A0D65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DEC33-B0BA-43F0-AEAC-459C2AE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383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68C20-83F5-4ACE-AB11-FB330349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389D8-0633-429B-8E57-F85704E2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956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 Remaining Bugs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A00E9-F87B-49E1-ACBC-EF5582B2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383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F00BE-86FD-4409-BC18-F8BD83B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A9AFD-07AE-4502-993E-678193EA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956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 YouTube Statistics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8616D-88BC-47BA-8C2F-A2458FB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383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524EF-1829-4FD4-AABD-4E8F5BFD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0672A-8B17-442A-8229-9E42F430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956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6A1E0-47CC-45E7-B1A4-5ABAD1D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1619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0914"/>
          </a:solidFill>
          <a:ln xmlns:a="http://schemas.openxmlformats.org/drawingml/2006/main" w="19050">
            <a:solidFill>
              <a:srgbClr val="E509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FD008-B2F6-481F-865F-8B68C00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78CD2-0C97-49A3-A4A6-F3DEB8A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95625"/>
            <a:ext cx="139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16110-4639-42DD-967F-B96CCF6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The release path is focused on validating data accuracy, confirming performance, and completing final review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688142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5e6971a9e4e97"/>
          <a:srcRect xmlns:a="http://schemas.openxmlformats.org/drawingml/2006/main" l="18099" t="0" r="180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oundRect">
            <a:avLst>
              <a:gd name="adj" fmla="val 127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2E5D-D3BB-4E48-AA25-6C502E85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6575B-9476-43E4-B820-20FB83A7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9401B-5004-4237-903F-C0E7240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Radio Nyra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7D9D9-47AB-48F1-A068-17EAE38D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Website Enhancement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CAB9A-F3DF-4043-8FBD-156BC47B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E4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E4E7"/>
                </a:solidFill>
                <a:latin typeface="Aptos"/>
                <a:ea typeface="Aptos"/>
                <a:cs typeface="Aptos"/>
              </a:rPr>
              <a:t>Prepared By</a:t>
            </a:r>
          </a:p>
          <a:p xmlns:a="http://schemas.openxmlformats.org/drawingml/2006/main">
            <a:pPr algn="l">
              <a:defRPr sz="1800" b="1">
                <a:solidFill>
                  <a:srgbClr val="E4E4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4E4E7"/>
                </a:solidFill>
                <a:latin typeface="Aptos"/>
                <a:ea typeface="Aptos"/>
                <a:cs typeface="Aptos"/>
              </a:rPr>
              <a:t>Vadlapudi Pranab</a:t>
            </a:r>
          </a:p>
        </p:txBody>
      </p:sp>
    </p:spTree>
    <p:extLst>
      <p:ext uri="{BB962C8B-B14F-4D97-AF65-F5344CB8AC3E}">
        <p14:creationId xmlns:p14="http://schemas.microsoft.com/office/powerpoint/2010/main" val="2011244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2026-08-04T23:59:59.3110000Z</dcterms:created>
  <dcterms:modified xsi:type="dcterms:W3CDTF">2026-08-04T23:59:59.3110000Z</dcterms:modified>
</coreProperties>
</file>